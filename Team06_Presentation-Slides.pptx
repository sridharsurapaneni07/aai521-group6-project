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e38d26fd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e38d26fd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e38d26f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e38d26f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"Imagine your phone unlocks with your face. It doesn't save the photo — it saves a secret code of 512 numbers.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people have different codes. Same person, same code.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is this code really safe? We tested: If a hacker steals only 30% of those numbers, can they rebuild a photo that fools the phone?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answer is yes — and it's scary."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e38d26fd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e38d26fd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"Our goal was simple: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Start with real celebrity photos.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Keep only clear faces without masks.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Turn them into the secret 512-number code.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Delete parts of the code to pretend it's stolen.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Write a program that tries to rebuild the face.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Check if the rebuilt face looks like the real one.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Find ways to stop this attack."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e38d26fd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e38d26fd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"We used real photos from the MFR2 dataset — 269 pictures of stars like Ben Affleck.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Half had masks, so we used a super-smart AI called ConvNeXt that's 99.6% good at spotting masks.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kept only photos where the AI was 85% sure — no mask.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Ended up with 71 clean photos.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made them smaller (128x128 pixels) to run faster on the computer.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Split: 49 to teach the computer, 22 to test it."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e38d26fd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e38d26fd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"Now, we turned each photo into the secret code using InceptionResNetV1 — the same tech in many face ID systems.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gives exactly 512 numbers per face.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numbers for the same person are 94% alike. Different people: only 12% alike.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difference is 82% — huge!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map shows it: Each color is one person. All dots of the same color stick together.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That proves the code knows exactly who you are."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e38d26fd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e38d26fd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"To test the attack, we deleted parts of the 512 numbers.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10% = 51 missing. 30% = 153 missing. 50% = half gone.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tried random deletion first.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smarter: Some numbers are 'noisy' (like background light). We deleted those first.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It worked — the attack got 8% harder to do."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e38d26fd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e38d26fd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"This picture shows our whole system.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photos, remove masks, keep 71 clean ones.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Turn them to 512 numbers.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the numbers.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an autoencoder — like a smart puzzle solver — to guess the face.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autoencoder has two parts: Encoder squeezes the broken code, decoder rebuilds the photo.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the end, we check if it worked.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code for this diagram is in our notebook."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e38d26fd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e38d26fd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"We trained the model on the broken codes to guess the faces.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got better fast — error dropped from 0.29 to 0.26 in 16 rounds.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stopped early to avoid mistakes.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code uses something called 'transpose convolutions' to build the face step by step."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e38d26fd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e38d26fd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"Look at the numbers: With 30% missing, the rebuilt face has a similarity score of 0.62.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systems say 'yes it's you' above 0.5.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the match rate is 100% — it always knows who you are.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defense makes it 8% harder.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graphs show the computer learning fast."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e38d26fd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e38d26fd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"Now the pictures: Left is real, right is rebuilt from 30% broken code.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see — it looks just like the person!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50%, it's blurry but you can tell who it is.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heat map shows red spots where it's most wrong — usually the background or hair."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e38d26fd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e38d26fd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"We learned: 30% of the code is enough to rebuild your face.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our simple fix — hiding the noisy parts first — makes it 8% harder.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matters because your phone or bank uses this tech.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big lesson: These 'safe codes' are not safe.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need to fix it now."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e38d26fd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e38d26fd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itle: Face Reconstruction from Partial Embeddings: A Privacy Risk Assessment&#10;Subtitle: AAI-521 Team 06 Final Project&#10;Content:&#10;&#10;Team Members: Sridhar Surapaneni, Sai Navyesh Pamarthi, Rohit Andani&#10;Date: December 7, 2025&#10;GitHub: https://github.com/SridharSurapaneni07/AAI521-group6-project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isuals: Image of a phone face unlock + hacker icon. Bullet points.&#10;Content:&#10;&#10;Modern face recognition turns your photo into a secret code of 512 numbers (called an embedding).&#10;Everyone thinks this code is safe because it's not a photo.&#10;But what if a hacker steals only part of the code?&#10;Our project: Can they rebuild your face from just 30% of the code?&#10;&#10;Speaker Notes:&#10;&quot;Imagine your phone unlocks with your face. It doesn't save the photo — it saves a secret code of 512 numbers.&#10;Different people have different codes. Same person, same code.&#10;But is this code really safe? We tested: If a hacker steals only 30% of those numbers, can they rebuild a photo that fools the phone?&#10;The answer is yes — and it's scary.&quot;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isuals: Numbered list with icons (e.g., checklist).&#10;Content:&#10;&#10;Get real photos of faces (MFR2 dataset, 269 images).&#10;Throw away masked faces (using AI detector).&#10;Turn photos into 512-number codes.&#10;Break the code on purpose (delete 10%, 30%, 50%).&#10;Build a computer program to guess the face from the broken code.&#10;Measure how good the guess is (numbers + pictures).&#10;Test ways to protect the code.&#10;&#10;Speaker Notes:&#10;&quot;Our goal was simple:&#10;&#10;Start with real celebrity photos.&#10;Keep only clear faces without masks.&#10;Turn them into the secret 512-number code.&#10;Delete parts of the code to pretend it's stolen.&#10;Write a program that tries to rebuild the face.&#10;Check if the rebuilt face looks like the real one.&#10;Find ways to stop this attack.&quot;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4: Dataset &amp; Cleaning (45 seconds)&#10;Visuals: Before/after images (masked vs. full-face). Bar chart: 269 raw → 71 clean.&#10;Content:&#10;&#10;Started with MFR2: 269 photos of 53 celebrities (some with masks).&#10;Used ConvNeXt AI (99.6% accurate) to detect masks.&#10;Kept only clear faces with &gt;85% confidence.&#10;Result: 71 perfect full-face photos (26.4% kept).&#10;Resized to 128x128 for faster computing.&#10;Split: 49 for training, 22 for testing.&#10;&#10;Speaker Notes:&#10;&quot;We used real photos from the MFR2 dataset — 269 pictures of stars like Ben Affleck.&#10;Half had masks, so we used a super-smart AI called ConvNeXt that's 99.6% good at spotting masks.&#10;We kept only photos where the AI was 85% sure — no mask.&#10;Ended up with 71 clean photos.&#10;We made them smaller (128x128 pixels) to run faster on the computer.&#10;Split: 49 to teach the computer, 22 to test it.&quot;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5: Turning Photos into Numbers (45 seconds)&#10;Visuals: Photo → arrow → 512 numbers. t-SNE graph from notebook.&#10;Content:&#10;&#10;Used InceptionResNetV1 AI (same as many phones).&#10;Turns photo into exactly 512 numbers.&#10;Results:&#10;Same person photos: 94.4% similar numbers&#10;Different people: only 12.4% similar&#10;Gap: 82% → perfect separation&#10;&#10;This graph shows each person in their own color group.&#10;&#10;Speaker Notes:&#10;&quot;Now, we turned each photo into the secret code using InceptionResNetV1 — the same tech in many face ID systems.&#10;It gives exactly 512 numbers per face.&#10;The numbers for the same person are 94% alike. Different people: only 12% alike.&#10;The difference is 82% — huge!&#10;This map shows it: Each color is one person. All dots of the same color stick together.&#10;That proves the code knows exactly who you are.&quot;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6: Breaking the Code (Leakage) (45 seconds)&#10;Visuals: 512 numbers bar, with 30% crossed out. Diagram of random vs. targeted.&#10;Content:&#10;&#10;Pretended hacker steals 10%, 30%, or 50% of the 512 numbers.&#10;Set stolen numbers to zero.&#10;Normal way: random zeros.&#10;Smarter way: hide unimportant (noisy) numbers first.&#10;Result: Smarter way makes attack 8% harder.&#10;&#10;Speaker Notes:&#10;&quot;To test the attack, we deleted parts of the 512 numbers.&#10;10% = 51 missing. 30% = 153 missing. 50% = half gone.&#10;We tried random deletion first.&#10;Then smarter: Some numbers are 'noisy' (like background light). We deleted those first.&#10;It worked — the attack got 8% harder to do.&quot;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7: Architecture Diagram (60 seconds) (Use the diagram we generated)&#10;Visuals: The architecture diagram from the tool (architecture_diagram.png). Zoom in on key parts.&#10;Content:&#10;&#10;Start: Photos → Filter masks → Clean dataset&#10;Middle: Turn to numbers → Break numbers → Rebuild with autoencoder&#10;End: Check if rebuilt face matches original&#10;Autoencoder: Brain that guesses face from broken code.&#10;&#10;Speaker Notes:&#10;&quot;This picture shows our whole system.&#10;Start with photos, remove masks, keep 71 clean ones.&#10;Turn them to 512 numbers.&#10;Break the numbers.&#10;Use an autoencoder — like a smart puzzle solver — to guess the face.&#10;The autoencoder has two parts: Encoder squeezes the broken code, decoder rebuilds the photo.&#10;At the end, we check if it worked.&#10;The code for this diagram is in our notebook.&quot;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8: Training the Model (45 seconds)&#10;Visuals: Loss graph (numbers going down from 0.29 to 0.26).&#10;Content:&#10;&#10;Taught the computer with broken codes.&#10;Used MSE loss (how wrong the pixels are).&#10;Stopped at 16 rounds (early stop).&#10;Final error: 0.26 → pretty good guessing.&#10;Code: Autoencoder with transpose convolutions.&#10;&#10;Speaker Notes:&#10;&quot;We trained the model on the broken codes to guess the faces.&#10;It got better fast — error dropped from 0.29 to 0.26 in 16 rounds.&#10;We stopped early to avoid mistakes.&#10;The code uses something called 'transpose convolutions' to build the face step by step.&quot;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9: Results – Numbers Tell the Story (60 seconds)&#10;Visuals: Results table. Bar chart of CosSim dropping from 0.94 to 0.62.&#10;Content:&#10;&#10;30% missing: CosSim 0.62 → still knows it's you&#10;mAP@1 = 1.0 → 100% perfect identity match&#10;Targeted defense: +8% harder (CosSim 0.65)&#10;Graphs show error dropping over training.&#10;&#10;Speaker Notes:&#10;&quot;Look at the numbers: With 30% missing, the rebuilt face has a similarity score of 0.62.&#10;Most systems say 'yes it's you' above 0.5.&#10;And the match rate is 100% — it always knows who you are.&#10;Our defense makes it 8% harder.&#10;The graphs show the computer learning fast.&quot;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0: Results – Pictures Tell the Story (60 seconds) ladygaga pic from mfr2 dataset&#10;Visuals: Original vs. Rebuilt photos at 10%, 30%, 50% (from notebook).&#10;Content:&#10;&#10;Original photo (left) vs. Rebuilt (right)&#10;10%: Almost perfect&#10;30%: Still looks like you&#10;50%: Blurry but face shape correct&#10;Heat map shows where it's wrong (red = big errors).&#10;&#10;Speaker Notes:&#10;&quot;Now the pictures: Left is real, right is rebuilt from 30% broken code.&#10;You can see — it looks just like the person!&#10;At 50%, it's blurry but you can tell who it is.&#10;The heat map shows red spots where it's most wrong — usually the background or hair.&quot;"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1: What We Learned &amp; Why It Matters (60 seconds)&#10;Visuals: Bullet list. Warning icons for privacy risks.&#10;Content:&#10;&#10;30% leak = big privacy danger&#10;Defense: Hide noisy numbers first (+8% protection)&#10;Why? Embeddings are compressed faces, not safe codes&#10;Fix: Never save raw embeddings&#10;&#10;Speaker Notes:&#10;&quot;We learned: 30% of the code is enough to rebuild your face.&#10;But our simple fix — hiding the noisy parts first — makes it 8% harder.&#10;This matters because your phone or bank uses this tech.&#10;The big lesson: These 'safe codes' are not safe.&#10;We need to fix it now.&quot;"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2: Conclusion &amp; Q&amp;A (30 seconds)&#10;Visuals: Thank you. Contact info. GitHub link https://github.com/SridharSurapaneni07/AAI521-group6-project/tree/main&#10;Content:&#10;&#10;Project proved: 30% leak = full identity stolen&#10;Code &amp; results on GitHub&#10;Thank you! Questions?&#10;&#10;Speaker Notes:&#10;&quot;We proved stealing 30% of face ID is enough to steal your identity.&#10;All our code is on GitHub.&#10;Thank you for listening — any questions?&quot;"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